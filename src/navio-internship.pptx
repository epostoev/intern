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3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044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2950" y="1162050"/>
            <a:ext cx="38100" cy="952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72043" y="2457450"/>
            <a:ext cx="519976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Стажировка в Navio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86755" y="3257550"/>
            <a:ext cx="67704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функций безопасности автономного транспорта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901543" y="3768030"/>
            <a:ext cx="33407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26262 • HIL Testing • Automated Verification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903238"/>
            <a:ext cx="38100" cy="3810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903238"/>
            <a:ext cx="47712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компании и моей роли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1000" y="1636663"/>
            <a:ext cx="4095750" cy="1285875"/>
          </a:xfrm>
          <a:prstGeom prst="roundRect">
            <a:avLst>
              <a:gd name="adj" fmla="val 2963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636663"/>
            <a:ext cx="0" cy="1285875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827163"/>
            <a:ext cx="18848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2131963"/>
            <a:ext cx="375018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Компания, специализирующаяся на разработке систем автономного вождения и функциональной безопасности транспортных средств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7250" y="1636663"/>
            <a:ext cx="4095750" cy="1285875"/>
          </a:xfrm>
          <a:prstGeom prst="roundRect">
            <a:avLst>
              <a:gd name="adj" fmla="val 2963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86300" y="1636663"/>
            <a:ext cx="0" cy="128587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5850" y="1827163"/>
            <a:ext cx="18848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Должность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95850" y="2131963"/>
            <a:ext cx="37501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Тестировщик систем функциональной безопасности автономного транспорта</a:t>
            </a:r>
            <a:endParaRPr lang="en-US" sz="1050" dirty="0"/>
          </a:p>
        </p:txBody>
      </p:sp>
      <p:pic>
        <p:nvPicPr>
          <p:cNvPr id="12" name="Image 0" descr="/tmp/rasterized-gradient-78b5bb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55888"/>
            <a:ext cx="8382000" cy="13747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71500" y="3246388"/>
            <a:ext cx="4090226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обязанности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1500" y="362515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23900" y="3568005"/>
            <a:ext cx="384733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и выполнение тестовых сценариев для систем безопасности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4648200" y="362515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00600" y="3568005"/>
            <a:ext cx="32103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Автоматизация тестирования с использованием pytest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571500" y="4124027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23900" y="4066877"/>
            <a:ext cx="35634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Верификация требований безопасности согласно ISO 26262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4648200" y="4124027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800600" y="4066877"/>
            <a:ext cx="28756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в HIL (Hardware-in-the-Loop) среде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381000" y="4772025"/>
            <a:ext cx="8992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Стажировка в Navio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609600"/>
            <a:ext cx="38100" cy="3810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609600"/>
            <a:ext cx="62217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задачи тестирования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1000" y="1390650"/>
            <a:ext cx="4114800" cy="1590675"/>
          </a:xfrm>
          <a:prstGeom prst="roundRect">
            <a:avLst>
              <a:gd name="adj" fmla="val 239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390650"/>
            <a:ext cx="0" cy="159067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1562100"/>
            <a:ext cx="2438591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Функциональное тестирование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0550" y="1826568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соответствия систем требованиям безопасности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90550" y="2076004"/>
            <a:ext cx="3733800" cy="685502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ML-компонентов восприятия</a:t>
            </a:r>
            <a:endParaRPr lang="en-US" sz="900" dirty="0"/>
          </a:p>
          <a:p>
            <a:pPr marL="85725" indent="-85725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Верификация систем планирования</a:t>
            </a:r>
            <a:endParaRPr lang="en-US" sz="900" dirty="0"/>
          </a:p>
          <a:p>
            <a:pPr marL="85725" indent="-85725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тормозных систем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3133725"/>
            <a:ext cx="4114800" cy="1590675"/>
          </a:xfrm>
          <a:prstGeom prst="roundRect">
            <a:avLst>
              <a:gd name="adj" fmla="val 2395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3133725"/>
            <a:ext cx="0" cy="1590675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0550" y="3305175"/>
            <a:ext cx="2273427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Регрессионное тестирование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0550" y="3569643"/>
            <a:ext cx="38084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Автоматизированная проверка стабильности системы после изменений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90550" y="3992314"/>
            <a:ext cx="3733800" cy="431602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автоматизированных тестов</a:t>
            </a:r>
            <a:endParaRPr lang="en-US" sz="900" dirty="0"/>
          </a:p>
          <a:p>
            <a:pPr marL="85725" indent="-85725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результатов в CI/CD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48200" y="1390650"/>
            <a:ext cx="4114800" cy="1590675"/>
          </a:xfrm>
          <a:prstGeom prst="roundRect">
            <a:avLst>
              <a:gd name="adj" fmla="val 2395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67250" y="1390650"/>
            <a:ext cx="0" cy="1590675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7750" y="1562100"/>
            <a:ext cx="1913954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HIL-тестирование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57750" y="1826568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в Hardware-in-the-Loop среде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857750" y="2076004"/>
            <a:ext cx="3733800" cy="685502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с реальным оборудованием</a:t>
            </a:r>
            <a:endParaRPr lang="en-US" sz="900" dirty="0"/>
          </a:p>
          <a:p>
            <a:pPr marL="85725" indent="-85725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Симуляция в CARLA</a:t>
            </a:r>
            <a:endParaRPr lang="en-US" sz="900" dirty="0"/>
          </a:p>
          <a:p>
            <a:pPr marL="85725" indent="-85725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критических сценариев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48200" y="3133725"/>
            <a:ext cx="4114800" cy="1590675"/>
          </a:xfrm>
          <a:prstGeom prst="roundRect">
            <a:avLst>
              <a:gd name="adj" fmla="val 2395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67250" y="3133725"/>
            <a:ext cx="0" cy="1590675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7750" y="3305175"/>
            <a:ext cx="1913954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831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Документирование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57750" y="3569643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701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документации по стандартам ISO 26262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857750" y="3819079"/>
            <a:ext cx="3733800" cy="685502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701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TSR документов</a:t>
            </a:r>
            <a:endParaRPr lang="en-US" sz="900" dirty="0"/>
          </a:p>
          <a:p>
            <a:pPr marL="85725" indent="-85725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701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HARA анализ</a:t>
            </a:r>
            <a:endParaRPr lang="en-US" sz="900" dirty="0"/>
          </a:p>
          <a:p>
            <a:pPr marL="85725" indent="-85725" algn="l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701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 о верификации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1000" y="4772025"/>
            <a:ext cx="8992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Стажировка в Navio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321320"/>
            <a:ext cx="38100" cy="3810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321320"/>
            <a:ext cx="52651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 и инструменты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1000" y="1045220"/>
            <a:ext cx="2692301" cy="1184821"/>
          </a:xfrm>
          <a:prstGeom prst="roundRect">
            <a:avLst>
              <a:gd name="adj" fmla="val 3216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9525" y="1197620"/>
            <a:ext cx="243525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9525" y="1700510"/>
            <a:ext cx="24352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09525" y="1929110"/>
            <a:ext cx="243525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Автоматизация тестирования TSR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25701" y="1045220"/>
            <a:ext cx="2692450" cy="1184821"/>
          </a:xfrm>
          <a:prstGeom prst="roundRect">
            <a:avLst>
              <a:gd name="adj" fmla="val 3216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54224" y="1197620"/>
            <a:ext cx="243540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54224" y="1700510"/>
            <a:ext cx="24354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CARLA Simulator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354224" y="1929110"/>
            <a:ext cx="243540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Симуляция сценариев вождения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70550" y="1045220"/>
            <a:ext cx="2692301" cy="1184821"/>
          </a:xfrm>
          <a:prstGeom prst="roundRect">
            <a:avLst>
              <a:gd name="adj" fmla="val 3216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99075" y="1197620"/>
            <a:ext cx="243525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99075" y="1700510"/>
            <a:ext cx="24352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 системы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199075" y="1929110"/>
            <a:ext cx="243525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Hardware-in-the-Loop тестирование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2382441"/>
            <a:ext cx="2692301" cy="1184821"/>
          </a:xfrm>
          <a:prstGeom prst="roundRect">
            <a:avLst>
              <a:gd name="adj" fmla="val 321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9525" y="2534841"/>
            <a:ext cx="243525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09525" y="3037731"/>
            <a:ext cx="24352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509525" y="3266331"/>
            <a:ext cx="243525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тестовых скриптов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25701" y="2382441"/>
            <a:ext cx="2692450" cy="1184821"/>
          </a:xfrm>
          <a:prstGeom prst="roundRect">
            <a:avLst>
              <a:gd name="adj" fmla="val 321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54224" y="2534841"/>
            <a:ext cx="243540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54224" y="3037731"/>
            <a:ext cx="24354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3354224" y="3266331"/>
            <a:ext cx="243540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версий тестов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70550" y="2382441"/>
            <a:ext cx="2692301" cy="1184821"/>
          </a:xfrm>
          <a:prstGeom prst="roundRect">
            <a:avLst>
              <a:gd name="adj" fmla="val 321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99075" y="2534841"/>
            <a:ext cx="243525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99075" y="3037731"/>
            <a:ext cx="24352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6199075" y="3266331"/>
            <a:ext cx="243525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Непрерывная интеграция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1000" y="3681561"/>
            <a:ext cx="8382000" cy="1330970"/>
          </a:xfrm>
          <a:prstGeom prst="roundRect">
            <a:avLst>
              <a:gd name="adj" fmla="val 2863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00050" y="3681561"/>
            <a:ext cx="0" cy="133097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" y="3833961"/>
            <a:ext cx="4109657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Стандарты и методологии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1500" y="413161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33450" y="4098429"/>
            <a:ext cx="153504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26262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33450" y="4285059"/>
            <a:ext cx="1535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Функциональная безопасность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638675" y="413161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000625" y="4098429"/>
            <a:ext cx="14152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00625" y="4285059"/>
            <a:ext cx="14152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опасностей и рисков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571500" y="456009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33450" y="4526905"/>
            <a:ext cx="17407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V-Model &amp; ASIL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33450" y="4713536"/>
            <a:ext cx="1740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и уровни безопасности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336500"/>
            <a:ext cx="38100" cy="3810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336500"/>
            <a:ext cx="445303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и достижения</a:t>
            </a:r>
            <a:endParaRPr lang="en-US" sz="3000" dirty="0"/>
          </a:p>
        </p:txBody>
      </p:sp>
      <p:pic>
        <p:nvPicPr>
          <p:cNvPr id="4" name="Image 0" descr="/tmp/rasterized-gradient-33472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041350"/>
            <a:ext cx="8382000" cy="13275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0550" y="1250900"/>
            <a:ext cx="476250" cy="47625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219200" y="1250900"/>
            <a:ext cx="43622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тормозной системы SINOTRUK C7H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19200" y="1536650"/>
            <a:ext cx="748093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и выполнение комплексного плана тестирования функций безопасности тормозной системы грузового автомобиля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381000" y="2502247"/>
            <a:ext cx="4114800" cy="1318022"/>
          </a:xfrm>
          <a:prstGeom prst="roundRect">
            <a:avLst>
              <a:gd name="adj" fmla="val 2891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00050" y="2502247"/>
            <a:ext cx="0" cy="1318022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1104" y="2715667"/>
            <a:ext cx="218538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ML-компоненты восприятия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0550" y="3035647"/>
            <a:ext cx="38084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TSR для систем машинного обучения в автономном транспорте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4648200" y="2502247"/>
            <a:ext cx="4114800" cy="1318022"/>
          </a:xfrm>
          <a:prstGeom prst="roundRect">
            <a:avLst>
              <a:gd name="adj" fmla="val 2891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667250" y="2502247"/>
            <a:ext cx="0" cy="131802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38304" y="2715667"/>
            <a:ext cx="22992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Автоматизация тестирования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57750" y="3035647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pytest для автоматизации проверки TSR в HIL-среде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381000" y="3953619"/>
            <a:ext cx="8382000" cy="1024682"/>
          </a:xfrm>
          <a:prstGeom prst="roundRect">
            <a:avLst>
              <a:gd name="adj" fmla="val 371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00050" y="3953619"/>
            <a:ext cx="0" cy="102468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0550" y="4086969"/>
            <a:ext cx="816102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результаты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4642" y="4364980"/>
            <a:ext cx="26426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64642" y="4684961"/>
            <a:ext cx="2642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Автоматизированных тестов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69742" y="4364980"/>
            <a:ext cx="26426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269742" y="4684961"/>
            <a:ext cx="2642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Покрытие требований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74842" y="4364980"/>
            <a:ext cx="26426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974842" y="4684961"/>
            <a:ext cx="2642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Проектов ISO 26262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21010"/>
            <a:ext cx="38100" cy="3810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259110"/>
            <a:ext cx="43490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Полученные навыки и опыт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25860"/>
            <a:ext cx="4095750" cy="4196655"/>
          </a:xfrm>
          <a:prstGeom prst="roundRect">
            <a:avLst>
              <a:gd name="adj" fmla="val 930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116360"/>
            <a:ext cx="1904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Технические навыки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1621185"/>
            <a:ext cx="37147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1621185"/>
            <a:ext cx="3157538" cy="571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" y="1954560"/>
            <a:ext cx="37147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500" y="1954560"/>
            <a:ext cx="2971800" cy="571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2287935"/>
            <a:ext cx="37147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500" y="2287935"/>
            <a:ext cx="2600325" cy="571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500" y="2621310"/>
            <a:ext cx="37147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500" y="2621310"/>
            <a:ext cx="2414588" cy="571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1500" y="2954685"/>
            <a:ext cx="37147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1500" y="2954685"/>
            <a:ext cx="2786063" cy="571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67250" y="925860"/>
            <a:ext cx="4095750" cy="1704975"/>
          </a:xfrm>
          <a:prstGeom prst="roundRect">
            <a:avLst>
              <a:gd name="adj" fmla="val 2235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86300" y="925860"/>
            <a:ext cx="0" cy="170497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5850" y="1116360"/>
            <a:ext cx="18848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Знание стандартов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95850" y="145449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95850" y="167357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95850" y="189264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95850" y="211172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95850" y="233079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0" descr="/tmp/rasterized-gradient-f71633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2783235"/>
            <a:ext cx="4095750" cy="13867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857750" y="2973735"/>
            <a:ext cx="1904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Skills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857750" y="3278535"/>
            <a:ext cx="1819275" cy="312390"/>
          </a:xfrm>
          <a:prstGeom prst="roundRect">
            <a:avLst>
              <a:gd name="adj" fmla="val 91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53000" y="3354735"/>
            <a:ext cx="16613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Аналитическое мышление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53225" y="3278535"/>
            <a:ext cx="1819275" cy="312390"/>
          </a:xfrm>
          <a:prstGeom prst="roundRect">
            <a:avLst>
              <a:gd name="adj" fmla="val 91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848475" y="3354735"/>
            <a:ext cx="16613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Внимание к деталям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857750" y="3667125"/>
            <a:ext cx="1819275" cy="312390"/>
          </a:xfrm>
          <a:prstGeom prst="roundRect">
            <a:avLst>
              <a:gd name="adj" fmla="val 91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53000" y="3743325"/>
            <a:ext cx="16613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Командная работа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53225" y="3667125"/>
            <a:ext cx="1819275" cy="312390"/>
          </a:xfrm>
          <a:prstGeom prst="roundRect">
            <a:avLst>
              <a:gd name="adj" fmla="val 91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848475" y="3743325"/>
            <a:ext cx="16613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Документирование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667250" y="4322415"/>
            <a:ext cx="4095750" cy="800100"/>
          </a:xfrm>
          <a:prstGeom prst="roundRect">
            <a:avLst>
              <a:gd name="adj" fmla="val 4762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4686300" y="4322415"/>
            <a:ext cx="0" cy="80010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57750" y="4474815"/>
            <a:ext cx="3827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Языки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618530"/>
            <a:ext cx="38100" cy="3810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637580"/>
            <a:ext cx="31453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стажировки</a:t>
            </a:r>
            <a:endParaRPr lang="en-US" sz="2700" dirty="0"/>
          </a:p>
        </p:txBody>
      </p:sp>
      <p:pic>
        <p:nvPicPr>
          <p:cNvPr id="4" name="Image 0" descr="/tmp/rasterized-gradient-ddf2f0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04330"/>
            <a:ext cx="8382000" cy="18496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532930"/>
            <a:ext cx="4051364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67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достижения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09600" y="18969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028700" y="1896963"/>
            <a:ext cx="35461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Освоил стандарт ISO 26262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28700" y="2121694"/>
            <a:ext cx="354615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Углублённое понимание функциональной безопасности автомобилей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638675" y="18969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057775" y="1896963"/>
            <a:ext cx="27749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Внедрил автоматизацию тестирования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57775" y="2121694"/>
            <a:ext cx="27749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Создал фреймворк на pytest для HIL-тестирования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9600" y="255210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028700" y="2552105"/>
            <a:ext cx="283692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Участвовал в реальных проектах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28700" y="2776835"/>
            <a:ext cx="283692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систем безопасности SINOTRUK C7H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38675" y="255210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057775" y="2552105"/>
            <a:ext cx="22178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Получил практический опыт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57775" y="2776835"/>
            <a:ext cx="221786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с CARLA, HIL-системами и CI/CD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81000" y="3249216"/>
            <a:ext cx="4114800" cy="1447205"/>
          </a:xfrm>
          <a:prstGeom prst="roundRect">
            <a:avLst>
              <a:gd name="adj" fmla="val 263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00050" y="3249216"/>
            <a:ext cx="0" cy="144720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9600" y="3439716"/>
            <a:ext cx="37696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Планы на будущее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9600" y="3717727"/>
            <a:ext cx="3695700" cy="76825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1517"/>
              </a:lnSpc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Углубление знаний в ML для автономного вождения</a:t>
            </a:r>
            <a:endParaRPr lang="en-US" sz="975" dirty="0"/>
          </a:p>
          <a:p>
            <a:pPr marL="85725" indent="-85725" algn="l">
              <a:lnSpc>
                <a:spcPts val="1517"/>
              </a:lnSpc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Сертификация по ISO 26262</a:t>
            </a:r>
            <a:endParaRPr lang="en-US" sz="975" dirty="0"/>
          </a:p>
          <a:p>
            <a:pPr marL="85725" indent="-85725" algn="l">
              <a:lnSpc>
                <a:spcPts val="1517"/>
              </a:lnSpc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в области функциональной безопасности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4648200" y="3249216"/>
            <a:ext cx="4114800" cy="1447205"/>
          </a:xfrm>
          <a:prstGeom prst="roundRect">
            <a:avLst>
              <a:gd name="adj" fmla="val 2633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667250" y="3249216"/>
            <a:ext cx="0" cy="1447205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76800" y="3439716"/>
            <a:ext cx="37696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Благодарности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76800" y="3717727"/>
            <a:ext cx="3769614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Компании Navio за предоставленную возможность стажировки и погружения в мир функциональной безопасности автономного транспорта.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4876800" y="4332684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Команде за поддержку и передачу ценного опыта.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</Words>
  <Application>Microsoft Macintosh PowerPoint</Application>
  <PresentationFormat>Экран (16:9)</PresentationFormat>
  <Paragraphs>108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Стажировка в Navio - Тестирование функций безопасности</dc:title>
  <dc:subject>PptxGenJS Presentation</dc:subject>
  <dc:creator>Стажер Navio</dc:creator>
  <cp:lastModifiedBy>Microsoft Office User</cp:lastModifiedBy>
  <cp:revision>2</cp:revision>
  <dcterms:created xsi:type="dcterms:W3CDTF">2026-01-21T10:27:57Z</dcterms:created>
  <dcterms:modified xsi:type="dcterms:W3CDTF">2026-01-21T10:32:26Z</dcterms:modified>
</cp:coreProperties>
</file>