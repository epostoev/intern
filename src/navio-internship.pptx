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184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972117" y="2370780"/>
            <a:ext cx="5199766" cy="466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spcAft>
                <a:spcPts val="12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Стажировка в Navio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186755" y="3257550"/>
            <a:ext cx="677048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функций безопасности автономного транспорта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901543" y="3768030"/>
            <a:ext cx="334076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26262 • HIL Testing • Automated Verification</a:t>
            </a:r>
            <a:endParaRPr lang="en-US" sz="12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4A6945E-8894-92D2-DC70-1FCAA7AC8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418" y="633047"/>
            <a:ext cx="6873164" cy="17182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903238"/>
            <a:ext cx="38100" cy="3810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2900" y="903238"/>
            <a:ext cx="47712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компании и моей роли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81000" y="1636663"/>
            <a:ext cx="4095750" cy="1285875"/>
          </a:xfrm>
          <a:prstGeom prst="roundRect">
            <a:avLst>
              <a:gd name="adj" fmla="val 296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1636663"/>
            <a:ext cx="0" cy="1285875"/>
          </a:xfrm>
          <a:prstGeom prst="line">
            <a:avLst/>
          </a:prstGeom>
          <a:noFill/>
          <a:ln w="38100">
            <a:solidFill>
              <a:srgbClr val="1E3A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1827163"/>
            <a:ext cx="188480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" y="2131963"/>
            <a:ext cx="375018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Компания, специализирующаяся на разработке систем автономного вождения и функциональной безопасности транспортных средств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667250" y="1636663"/>
            <a:ext cx="4095750" cy="1285875"/>
          </a:xfrm>
          <a:prstGeom prst="roundRect">
            <a:avLst>
              <a:gd name="adj" fmla="val 296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86300" y="1636663"/>
            <a:ext cx="0" cy="1285875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5850" y="1827163"/>
            <a:ext cx="188480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Должность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95850" y="2131963"/>
            <a:ext cx="37501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Тестировщик систем функциональной безопасности автономного транспорта</a:t>
            </a:r>
            <a:endParaRPr lang="en-US" sz="1050" dirty="0"/>
          </a:p>
        </p:txBody>
      </p:sp>
      <p:pic>
        <p:nvPicPr>
          <p:cNvPr id="12" name="Image 0" descr="/tmp/rasterized-gradient-3c54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055888"/>
            <a:ext cx="8382000" cy="137472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71500" y="3246388"/>
            <a:ext cx="4090226" cy="169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3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обязанности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71500" y="362515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23900" y="3568005"/>
            <a:ext cx="3847338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и выполнение тестовых сценариев для систем безопасности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4648200" y="362515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4800600" y="3568005"/>
            <a:ext cx="32103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Автоматизация тестирования с использованием pytest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571500" y="4124027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723900" y="4066877"/>
            <a:ext cx="356346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Верификация требований безопасности согласно ISO 26262</a:t>
            </a:r>
            <a:endParaRPr lang="en-US" sz="975" dirty="0"/>
          </a:p>
        </p:txBody>
      </p:sp>
      <p:sp>
        <p:nvSpPr>
          <p:cNvPr id="20" name="Text 17"/>
          <p:cNvSpPr/>
          <p:nvPr/>
        </p:nvSpPr>
        <p:spPr>
          <a:xfrm>
            <a:off x="4648200" y="4124027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800600" y="4066877"/>
            <a:ext cx="287563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в HIL (Hardware-in-the-Loop) среде</a:t>
            </a:r>
            <a:endParaRPr lang="en-US" sz="975" dirty="0"/>
          </a:p>
        </p:txBody>
      </p:sp>
      <p:sp>
        <p:nvSpPr>
          <p:cNvPr id="22" name="Text 19"/>
          <p:cNvSpPr/>
          <p:nvPr/>
        </p:nvSpPr>
        <p:spPr>
          <a:xfrm>
            <a:off x="381000" y="4772025"/>
            <a:ext cx="899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Стажировка в Navio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609600"/>
            <a:ext cx="38100" cy="3810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2900" y="609600"/>
            <a:ext cx="6221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задачи тестирования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81000" y="1390650"/>
            <a:ext cx="4114800" cy="1590675"/>
          </a:xfrm>
          <a:prstGeom prst="roundRect">
            <a:avLst>
              <a:gd name="adj" fmla="val 239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1390650"/>
            <a:ext cx="0" cy="1590675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550" y="1562100"/>
            <a:ext cx="2438591" cy="169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3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тестирование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0550" y="1826568"/>
            <a:ext cx="38084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соответствия систем требованиям безопасности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590550" y="2076004"/>
            <a:ext cx="3733800" cy="68550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ML-компонентов восприятия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Верификация систем планирования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тормозных систем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1000" y="3133725"/>
            <a:ext cx="4114800" cy="1590675"/>
          </a:xfrm>
          <a:prstGeom prst="roundRect">
            <a:avLst>
              <a:gd name="adj" fmla="val 2395"/>
            </a:avLst>
          </a:prstGeom>
          <a:solidFill>
            <a:srgbClr val="DBEAF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3133725"/>
            <a:ext cx="0" cy="1590675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0550" y="3305175"/>
            <a:ext cx="2273427" cy="169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3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Регрессионное тестирование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550" y="3569643"/>
            <a:ext cx="380847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Автоматизированная проверка стабильности системы после изменений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590550" y="3992314"/>
            <a:ext cx="3733800" cy="43160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автоматизированных тестов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результатов в CI/CD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48200" y="1390650"/>
            <a:ext cx="4114800" cy="1590675"/>
          </a:xfrm>
          <a:prstGeom prst="roundRect">
            <a:avLst>
              <a:gd name="adj" fmla="val 2395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67250" y="1390650"/>
            <a:ext cx="0" cy="1590675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7750" y="1562100"/>
            <a:ext cx="1913954" cy="169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3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HIL-тестирование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57750" y="1826568"/>
            <a:ext cx="38084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в Hardware-in-the-Loop среде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4857750" y="2076004"/>
            <a:ext cx="3733800" cy="68550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Интеграция с реальным оборудованием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Симуляция в CARLA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критических сценариев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48200" y="3133725"/>
            <a:ext cx="4114800" cy="1590675"/>
          </a:xfrm>
          <a:prstGeom prst="roundRect">
            <a:avLst>
              <a:gd name="adj" fmla="val 2395"/>
            </a:avLst>
          </a:prstGeom>
          <a:solidFill>
            <a:srgbClr val="FCE7F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67250" y="3133725"/>
            <a:ext cx="0" cy="1590675"/>
          </a:xfrm>
          <a:prstGeom prst="line">
            <a:avLst/>
          </a:prstGeom>
          <a:noFill/>
          <a:ln w="38100">
            <a:solidFill>
              <a:srgbClr val="EC48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57750" y="3305175"/>
            <a:ext cx="1913954" cy="169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3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831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Документирование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57750" y="3569643"/>
            <a:ext cx="38084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dirty="0">
                <a:solidFill>
                  <a:srgbClr val="701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Подготовка документации по стандартам ISO 26262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4857750" y="3819079"/>
            <a:ext cx="3733800" cy="68550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701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TSR документов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701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HARA анализ</a:t>
            </a:r>
            <a:endParaRPr lang="en-US" sz="900" dirty="0"/>
          </a:p>
          <a:p>
            <a:pPr marL="85725" indent="-85725" algn="l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701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Отчёты о верификации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1000" y="4772025"/>
            <a:ext cx="899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Стажировка в Navio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321320"/>
            <a:ext cx="38100" cy="3810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2900" y="321320"/>
            <a:ext cx="52651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Технологии и инструменты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81000" y="1045220"/>
            <a:ext cx="2692301" cy="1184821"/>
          </a:xfrm>
          <a:prstGeom prst="roundRect">
            <a:avLst>
              <a:gd name="adj" fmla="val 3216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9525" y="1197620"/>
            <a:ext cx="2435251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9525" y="1700510"/>
            <a:ext cx="24352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509525" y="1929110"/>
            <a:ext cx="2435251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Автоматизация тестирования TSR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25701" y="1045220"/>
            <a:ext cx="2692450" cy="1184821"/>
          </a:xfrm>
          <a:prstGeom prst="roundRect">
            <a:avLst>
              <a:gd name="adj" fmla="val 3216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54224" y="1197620"/>
            <a:ext cx="243540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354224" y="1700510"/>
            <a:ext cx="24354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 Simulator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354224" y="1929110"/>
            <a:ext cx="243540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Симуляция сценариев вождения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070550" y="1045220"/>
            <a:ext cx="2692301" cy="1184821"/>
          </a:xfrm>
          <a:prstGeom prst="roundRect">
            <a:avLst>
              <a:gd name="adj" fmla="val 3216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99075" y="1197620"/>
            <a:ext cx="2435251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199075" y="1700510"/>
            <a:ext cx="24352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 системы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6199075" y="1929110"/>
            <a:ext cx="2435251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Hardware-in-the-Loop тестирование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1000" y="2382441"/>
            <a:ext cx="2692301" cy="1184821"/>
          </a:xfrm>
          <a:prstGeom prst="roundRect">
            <a:avLst>
              <a:gd name="adj" fmla="val 3216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9525" y="2534841"/>
            <a:ext cx="2435251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09525" y="3037731"/>
            <a:ext cx="24352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509525" y="3266331"/>
            <a:ext cx="2435251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тестовых скриптов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25701" y="2382441"/>
            <a:ext cx="2692450" cy="1184821"/>
          </a:xfrm>
          <a:prstGeom prst="roundRect">
            <a:avLst>
              <a:gd name="adj" fmla="val 3216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54224" y="2534841"/>
            <a:ext cx="243540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354224" y="3037731"/>
            <a:ext cx="24354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3354224" y="3266331"/>
            <a:ext cx="243540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версий тестов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70550" y="2382441"/>
            <a:ext cx="2692301" cy="1184821"/>
          </a:xfrm>
          <a:prstGeom prst="roundRect">
            <a:avLst>
              <a:gd name="adj" fmla="val 3216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99075" y="2534841"/>
            <a:ext cx="2435251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199075" y="3037731"/>
            <a:ext cx="24352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6199075" y="3266331"/>
            <a:ext cx="2435251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Непрерывная интеграция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1000" y="3681561"/>
            <a:ext cx="8382000" cy="1330970"/>
          </a:xfrm>
          <a:prstGeom prst="roundRect">
            <a:avLst>
              <a:gd name="adj" fmla="val 286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00050" y="3681561"/>
            <a:ext cx="0" cy="1330970"/>
          </a:xfrm>
          <a:prstGeom prst="line">
            <a:avLst/>
          </a:prstGeom>
          <a:noFill/>
          <a:ln w="38100">
            <a:solidFill>
              <a:srgbClr val="0EA5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1500" y="3833961"/>
            <a:ext cx="4109657" cy="169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33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методологии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71500" y="413161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3450" y="4098429"/>
            <a:ext cx="153504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26262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3450" y="4285059"/>
            <a:ext cx="153504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Функциональная безопасность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4638675" y="413161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000625" y="4098429"/>
            <a:ext cx="141527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00625" y="4285059"/>
            <a:ext cx="141527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опасностей и рисков</a:t>
            </a:r>
            <a:endParaRPr lang="en-US" sz="825" dirty="0"/>
          </a:p>
        </p:txBody>
      </p:sp>
      <p:sp>
        <p:nvSpPr>
          <p:cNvPr id="37" name="Text 35"/>
          <p:cNvSpPr/>
          <p:nvPr/>
        </p:nvSpPr>
        <p:spPr>
          <a:xfrm>
            <a:off x="571500" y="456009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3450" y="4526905"/>
            <a:ext cx="174074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V-Model &amp; ASIL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3450" y="4713536"/>
            <a:ext cx="174074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и уровни безопасности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336500"/>
            <a:ext cx="38100" cy="3810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2900" y="336500"/>
            <a:ext cx="445303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и достижения</a:t>
            </a:r>
            <a:endParaRPr lang="en-US" sz="3000" dirty="0"/>
          </a:p>
        </p:txBody>
      </p:sp>
      <p:pic>
        <p:nvPicPr>
          <p:cNvPr id="4" name="Image 0" descr="/tmp/rasterized-gradient-b1136f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041350"/>
            <a:ext cx="8382000" cy="13275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0550" y="1250900"/>
            <a:ext cx="476250" cy="47625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219200" y="1250900"/>
            <a:ext cx="4362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тормозной системы SINOTRUK C7H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219200" y="1536650"/>
            <a:ext cx="7480935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и выполнение комплексного плана тестирования функций безопасности тормозной системы грузового автомобиля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381000" y="2502247"/>
            <a:ext cx="4114800" cy="1318022"/>
          </a:xfrm>
          <a:prstGeom prst="roundRect">
            <a:avLst>
              <a:gd name="adj" fmla="val 2891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400050" y="2502247"/>
            <a:ext cx="0" cy="1318022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104" y="2715667"/>
            <a:ext cx="218538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ML-компоненты восприятия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0550" y="3035647"/>
            <a:ext cx="380847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TSR для систем машинного обучения в автономном транспорте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4648200" y="2502247"/>
            <a:ext cx="4114800" cy="1318022"/>
          </a:xfrm>
          <a:prstGeom prst="roundRect">
            <a:avLst>
              <a:gd name="adj" fmla="val 2891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4667250" y="2502247"/>
            <a:ext cx="0" cy="1318022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38304" y="2715667"/>
            <a:ext cx="229923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Автоматизация тестирования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57750" y="3035647"/>
            <a:ext cx="38084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pytest для автоматизации проверки TSR в HIL-среде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381000" y="3953619"/>
            <a:ext cx="8382000" cy="1024682"/>
          </a:xfrm>
          <a:prstGeom prst="roundRect">
            <a:avLst>
              <a:gd name="adj" fmla="val 3718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400050" y="3953619"/>
            <a:ext cx="0" cy="1024682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0550" y="4086969"/>
            <a:ext cx="816102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результаты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4642" y="4364980"/>
            <a:ext cx="264261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64642" y="4684961"/>
            <a:ext cx="26426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Автоматизированных тестов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269742" y="4364980"/>
            <a:ext cx="264261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3269742" y="4684961"/>
            <a:ext cx="26426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Покрытие требований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974842" y="4364980"/>
            <a:ext cx="264261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974842" y="4684961"/>
            <a:ext cx="26426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ISO 26262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303163"/>
            <a:ext cx="38100" cy="3810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2900" y="341263"/>
            <a:ext cx="43490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Полученные навыки и опыт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08013"/>
            <a:ext cx="4095750" cy="4032200"/>
          </a:xfrm>
          <a:prstGeom prst="roundRect">
            <a:avLst>
              <a:gd name="adj" fmla="val 945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52450" y="1179463"/>
            <a:ext cx="19236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навыки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52450" y="1484263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225"/>
              </a:spcAft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для тестирования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552450" y="1686074"/>
            <a:ext cx="37528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52450" y="1686074"/>
            <a:ext cx="3189833" cy="571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828949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225"/>
              </a:spcAft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Framework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552450" y="2030760"/>
            <a:ext cx="37528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52450" y="2030760"/>
            <a:ext cx="3002161" cy="571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52450" y="2173635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225"/>
              </a:spcAft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HIL-тестирование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552450" y="2375446"/>
            <a:ext cx="37528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2450" y="2375446"/>
            <a:ext cx="2626965" cy="571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518321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225"/>
              </a:spcAft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 Simulator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552450" y="2720132"/>
            <a:ext cx="37528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2450" y="2720132"/>
            <a:ext cx="2439293" cy="571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52450" y="2863007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225"/>
              </a:spcAft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CI/CD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552450" y="3064818"/>
            <a:ext cx="37528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52450" y="3064818"/>
            <a:ext cx="2814638" cy="571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667250" y="1008013"/>
            <a:ext cx="4095750" cy="1723430"/>
          </a:xfrm>
          <a:prstGeom prst="roundRect">
            <a:avLst>
              <a:gd name="adj" fmla="val 2211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686300" y="1008013"/>
            <a:ext cx="0" cy="17234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6800" y="1179463"/>
            <a:ext cx="19042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Знание стандартов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876800" y="1513731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48250" y="1465213"/>
            <a:ext cx="132920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26262 (части 1-11)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4876800" y="174411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48250" y="1695599"/>
            <a:ext cx="112745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HARA методология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4876800" y="1974503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048250" y="1925985"/>
            <a:ext cx="105064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ASIL уровни (A-D)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4876800" y="220488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48250" y="2156371"/>
            <a:ext cx="115948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V-Model разработки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4876800" y="2435275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048250" y="2386757"/>
            <a:ext cx="131174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 Р стандарты РФ</a:t>
            </a:r>
            <a:endParaRPr lang="en-US" sz="975" dirty="0"/>
          </a:p>
        </p:txBody>
      </p:sp>
      <p:pic>
        <p:nvPicPr>
          <p:cNvPr id="34" name="Image 0" descr="/tmp/rasterized-gradient-9b8065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2864793"/>
            <a:ext cx="4095750" cy="1282005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838700" y="3036243"/>
            <a:ext cx="19236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Skills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4838700" y="3321993"/>
            <a:ext cx="1843088" cy="293340"/>
          </a:xfrm>
          <a:prstGeom prst="roundRect">
            <a:avLst>
              <a:gd name="adj" fmla="val 9741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4924425" y="3388668"/>
            <a:ext cx="17050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Аналитическое мышление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748463" y="3321993"/>
            <a:ext cx="1843088" cy="293340"/>
          </a:xfrm>
          <a:prstGeom prst="roundRect">
            <a:avLst>
              <a:gd name="adj" fmla="val 9741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834188" y="3388668"/>
            <a:ext cx="17050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Внимание к деталям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838700" y="3682008"/>
            <a:ext cx="1843088" cy="293340"/>
          </a:xfrm>
          <a:prstGeom prst="roundRect">
            <a:avLst>
              <a:gd name="adj" fmla="val 9741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4924425" y="3748683"/>
            <a:ext cx="17050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Командная работа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6748463" y="3682008"/>
            <a:ext cx="1843088" cy="293340"/>
          </a:xfrm>
          <a:prstGeom prst="roundRect">
            <a:avLst>
              <a:gd name="adj" fmla="val 9741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6834188" y="3748683"/>
            <a:ext cx="17050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Документирование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667250" y="4280148"/>
            <a:ext cx="4095750" cy="760065"/>
          </a:xfrm>
          <a:prstGeom prst="roundRect">
            <a:avLst>
              <a:gd name="adj" fmla="val 5013"/>
            </a:avLst>
          </a:prstGeom>
          <a:solidFill>
            <a:srgbClr val="DBEAF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Shape 42"/>
          <p:cNvSpPr/>
          <p:nvPr/>
        </p:nvSpPr>
        <p:spPr>
          <a:xfrm>
            <a:off x="4686300" y="4280148"/>
            <a:ext cx="0" cy="760065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838700" y="4413498"/>
            <a:ext cx="38667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525"/>
              </a:spcAft>
              <a:buNone/>
            </a:pPr>
            <a:r>
              <a:rPr lang="en-US" sz="1125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Языки</a:t>
            </a:r>
            <a:endParaRPr lang="en-US" sz="1125" dirty="0"/>
          </a:p>
        </p:txBody>
      </p:sp>
      <p:sp>
        <p:nvSpPr>
          <p:cNvPr id="47" name="Text 44"/>
          <p:cNvSpPr/>
          <p:nvPr/>
        </p:nvSpPr>
        <p:spPr>
          <a:xfrm>
            <a:off x="4838700" y="4651623"/>
            <a:ext cx="1161008" cy="255240"/>
          </a:xfrm>
          <a:prstGeom prst="roundRect">
            <a:avLst>
              <a:gd name="adj" fmla="val 1119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4924425" y="4699248"/>
            <a:ext cx="100934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Русский (родной)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066383" y="4651623"/>
            <a:ext cx="1210866" cy="255240"/>
          </a:xfrm>
          <a:prstGeom prst="roundRect">
            <a:avLst>
              <a:gd name="adj" fmla="val 1119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7"/>
          <p:cNvSpPr/>
          <p:nvPr/>
        </p:nvSpPr>
        <p:spPr>
          <a:xfrm>
            <a:off x="6152108" y="4699248"/>
            <a:ext cx="10602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(Technical)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618530"/>
            <a:ext cx="38100" cy="3810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2900" y="637580"/>
            <a:ext cx="31453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 стажировки</a:t>
            </a:r>
            <a:endParaRPr lang="en-US" sz="2700" dirty="0"/>
          </a:p>
        </p:txBody>
      </p:sp>
      <p:pic>
        <p:nvPicPr>
          <p:cNvPr id="4" name="Image 0" descr="/tmp/rasterized-gradient-2def65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304330"/>
            <a:ext cx="8382000" cy="18496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600" y="1532930"/>
            <a:ext cx="4051364" cy="21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7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достижения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09600" y="1896963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028700" y="1896963"/>
            <a:ext cx="354615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Освоил стандарт ISO 26262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28700" y="2121694"/>
            <a:ext cx="354615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Углублённое понимание функциональной безопасности автомобилей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638675" y="1896963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057775" y="1896963"/>
            <a:ext cx="277499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Внедрил автоматизацию тестирования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57775" y="2121694"/>
            <a:ext cx="277499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Создал фреймворк на pytest для HIL-тестирования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09600" y="2552105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028700" y="2552105"/>
            <a:ext cx="283692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Участвовал в реальных проектах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028700" y="2776835"/>
            <a:ext cx="283692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систем безопасности SINOTRUK C7H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638675" y="2552105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057775" y="2552105"/>
            <a:ext cx="22178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Получил практический опыт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57775" y="2776835"/>
            <a:ext cx="221786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с CARLA, HIL-системами и CI/CD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81000" y="3249216"/>
            <a:ext cx="4114800" cy="1447205"/>
          </a:xfrm>
          <a:prstGeom prst="roundRect">
            <a:avLst>
              <a:gd name="adj" fmla="val 2633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00050" y="3249216"/>
            <a:ext cx="0" cy="1447205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9600" y="3439716"/>
            <a:ext cx="376961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 на будущее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9600" y="3717727"/>
            <a:ext cx="3695700" cy="768251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1517"/>
              </a:lnSpc>
              <a:spcAft>
                <a:spcPts val="450"/>
              </a:spcAft>
              <a:buSzPct val="100000"/>
              <a:buChar char="•"/>
            </a:pPr>
            <a:r>
              <a:rPr lang="en-US" sz="975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Углубление знаний в ML для автономного вождения</a:t>
            </a:r>
            <a:endParaRPr lang="en-US" sz="975" dirty="0"/>
          </a:p>
          <a:p>
            <a:pPr marL="85725" indent="-85725" algn="l">
              <a:lnSpc>
                <a:spcPts val="1517"/>
              </a:lnSpc>
              <a:spcAft>
                <a:spcPts val="450"/>
              </a:spcAft>
              <a:buSzPct val="100000"/>
              <a:buChar char="•"/>
            </a:pPr>
            <a:r>
              <a:rPr lang="en-US" sz="975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Сертификация по ISO 26262</a:t>
            </a:r>
            <a:endParaRPr lang="en-US" sz="975" dirty="0"/>
          </a:p>
          <a:p>
            <a:pPr marL="85725" indent="-85725" algn="l">
              <a:lnSpc>
                <a:spcPts val="1517"/>
              </a:lnSpc>
              <a:spcAft>
                <a:spcPts val="450"/>
              </a:spcAft>
              <a:buSzPct val="100000"/>
              <a:buChar char="•"/>
            </a:pPr>
            <a:r>
              <a:rPr lang="en-US" sz="975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в области функциональной безопасности</a:t>
            </a:r>
            <a:endParaRPr lang="en-US" sz="975" dirty="0"/>
          </a:p>
        </p:txBody>
      </p:sp>
      <p:sp>
        <p:nvSpPr>
          <p:cNvPr id="22" name="Text 19"/>
          <p:cNvSpPr/>
          <p:nvPr/>
        </p:nvSpPr>
        <p:spPr>
          <a:xfrm>
            <a:off x="4648200" y="3249216"/>
            <a:ext cx="4114800" cy="1447205"/>
          </a:xfrm>
          <a:prstGeom prst="roundRect">
            <a:avLst>
              <a:gd name="adj" fmla="val 2633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4667250" y="3249216"/>
            <a:ext cx="0" cy="1447205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76800" y="3439716"/>
            <a:ext cx="376961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750"/>
              </a:spcAft>
              <a:buNone/>
            </a:pPr>
            <a:r>
              <a:rPr lang="en-US" sz="12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Благодарности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76800" y="3717727"/>
            <a:ext cx="3769614" cy="51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Компании Navio за предоставленную возможность стажировки и погружения в мир функциональной безопасности автономного транспорта.</a:t>
            </a:r>
            <a:endParaRPr lang="en-US" sz="975" dirty="0"/>
          </a:p>
        </p:txBody>
      </p:sp>
      <p:sp>
        <p:nvSpPr>
          <p:cNvPr id="26" name="Text 23"/>
          <p:cNvSpPr/>
          <p:nvPr/>
        </p:nvSpPr>
        <p:spPr>
          <a:xfrm>
            <a:off x="4876800" y="4332684"/>
            <a:ext cx="376961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Команде за поддержку и передачу ценного опыта.</a:t>
            </a:r>
            <a:endParaRPr lang="en-US" sz="9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403</Words>
  <Application>Microsoft Macintosh PowerPoint</Application>
  <PresentationFormat>Экран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Стажировка в Navio - Тестирование функций безопасности</dc:title>
  <dc:subject>PptxGenJS Presentation</dc:subject>
  <dc:creator>Стажер Navio</dc:creator>
  <cp:lastModifiedBy>Microsoft Office User</cp:lastModifiedBy>
  <cp:revision>2</cp:revision>
  <dcterms:created xsi:type="dcterms:W3CDTF">2026-01-22T08:08:34Z</dcterms:created>
  <dcterms:modified xsi:type="dcterms:W3CDTF">2026-01-22T08:13:44Z</dcterms:modified>
</cp:coreProperties>
</file>